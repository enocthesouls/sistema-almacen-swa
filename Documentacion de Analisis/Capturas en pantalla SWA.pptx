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3" r:id="rId10"/>
    <p:sldId id="261" r:id="rId11"/>
    <p:sldId id="262" r:id="rId12"/>
    <p:sldId id="264" r:id="rId13"/>
    <p:sldId id="265" r:id="rId14"/>
    <p:sldId id="266" r:id="rId15"/>
    <p:sldId id="267" r:id="rId16"/>
    <p:sldId id="268" r:id="rId17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B74AAF-B41A-81F0-3835-14225EA73F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440295B-FF95-5EE2-0670-53378754AE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029E02C-9109-AB25-3E0F-843BD228B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5B77-B6E7-40CB-8052-2A5E012BB6D4}" type="datetimeFigureOut">
              <a:rPr lang="es-MX" smtClean="0"/>
              <a:t>12/10/2026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A3B65B5-F848-6849-BFE4-90D20391B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A569CBE-AB44-5458-620C-D37835607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AAD21-DE7B-4231-81D9-0EE9F870B2C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21291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623EEC-FB67-118C-7FE5-03C5BB704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E45428F-DEC5-B431-8C78-E4B15F7EB6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C754F7F-AEE5-B7AE-B912-5AE70E5506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5B77-B6E7-40CB-8052-2A5E012BB6D4}" type="datetimeFigureOut">
              <a:rPr lang="es-MX" smtClean="0"/>
              <a:t>12/10/2026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E8DAC14-C21E-75E3-1B86-4FC4CD430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831D2E1-0BBD-6079-D3E6-655DFA7A2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AAD21-DE7B-4231-81D9-0EE9F870B2C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93212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2F8B69-7209-E301-6272-AE6C8706F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8BC69D7-2B9E-8D3B-8607-933C571628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A7AECCC-1E09-6D60-E271-B105C5191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5B77-B6E7-40CB-8052-2A5E012BB6D4}" type="datetimeFigureOut">
              <a:rPr lang="es-MX" smtClean="0"/>
              <a:t>12/10/2026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D89336D-F270-A8BA-111C-3D8FD258E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BB3FE49-3194-1561-2D4A-90B96F486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AAD21-DE7B-4231-81D9-0EE9F870B2C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693307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24766B-95CB-3656-1ADA-8B8DFA8D87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A397928-A3B6-ABAC-24D6-C14E7E7B23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4ED149F-95B3-EA99-1461-7D61B56194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4998230-D114-9D3D-FC15-353621B8AB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5B77-B6E7-40CB-8052-2A5E012BB6D4}" type="datetimeFigureOut">
              <a:rPr lang="es-MX" smtClean="0"/>
              <a:t>12/10/2026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80A0E29-28A8-C070-E6E9-78349E175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52EBA07-6F6C-3C7B-2A77-979B8F2A9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AAD21-DE7B-4231-81D9-0EE9F870B2C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74593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D7F700-7A1B-D4BB-4B32-84311C78A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63E19D2-81A2-A95C-1971-5CE11586AA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B120EAA-5EA0-940C-0AFA-F559D0BB5B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4765770-9D34-E22A-4E82-690EF813A3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4440AB7-7ED7-D1A1-FA06-696137AC6C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2203820-1E7C-43B8-9417-68CA5FBEE4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5B77-B6E7-40CB-8052-2A5E012BB6D4}" type="datetimeFigureOut">
              <a:rPr lang="es-MX" smtClean="0"/>
              <a:t>12/10/2026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B967A4F-C987-7CCE-B84C-A009DF98FE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7E994849-6328-C75C-A801-7D5BD9C0E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AAD21-DE7B-4231-81D9-0EE9F870B2C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012467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6E2AE3-B7D5-F9E1-8F76-F5079F275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2B63DC6-514E-FE2F-9ECA-F5D12E775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5B77-B6E7-40CB-8052-2A5E012BB6D4}" type="datetimeFigureOut">
              <a:rPr lang="es-MX" smtClean="0"/>
              <a:t>12/10/2026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7C03958-8A1E-D414-C721-234BA4C43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8EA6843-C984-6DE6-7FA8-FFEA51F98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AAD21-DE7B-4231-81D9-0EE9F870B2C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194812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51F891C-A56F-3FA0-7AB9-F80252AA2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5B77-B6E7-40CB-8052-2A5E012BB6D4}" type="datetimeFigureOut">
              <a:rPr lang="es-MX" smtClean="0"/>
              <a:t>12/10/2026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2B1B81A-D52F-8138-D8F5-0BF0F6860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06FEF03-3417-91B7-131E-FD673E412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AAD21-DE7B-4231-81D9-0EE9F870B2C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037072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B5DDB8-C1CA-B6AC-CC82-388E9C2AA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49C1017-B283-0669-CB76-C05B9A1EB5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3D7F49D-9C5E-39AE-4A14-A4333F0FAC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36F5D6E-06A9-4CDB-D8A7-596538D13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5B77-B6E7-40CB-8052-2A5E012BB6D4}" type="datetimeFigureOut">
              <a:rPr lang="es-MX" smtClean="0"/>
              <a:t>12/10/2026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BC3D807-27D9-ED65-201C-4E25C11DB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499BE92-2C5F-8DAB-4E4B-1A1A9C487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AAD21-DE7B-4231-81D9-0EE9F870B2C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109066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A64EE4-676C-6E7C-4D31-5FCE7AC4CA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CDFFFE3-B94F-97D8-5820-A31F3C0876A1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3E7B02F-3194-085F-60DD-387FBC09EC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16677FA-66BD-53BE-0121-C614370CF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5B77-B6E7-40CB-8052-2A5E012BB6D4}" type="datetimeFigureOut">
              <a:rPr lang="es-MX" smtClean="0"/>
              <a:t>12/10/2026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296F9B2-E40B-DEF3-0069-5FF71E5C4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6DD1422-6B84-29D1-ACEB-54D5A3916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AAD21-DE7B-4231-81D9-0EE9F870B2C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473317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BDCD60-11DE-A130-A834-BC1096AA2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575981E-E741-C593-910E-1C14BC5781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DEAA4C2-0CEE-E63E-B2B3-FECCE67D97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5B77-B6E7-40CB-8052-2A5E012BB6D4}" type="datetimeFigureOut">
              <a:rPr lang="es-MX" smtClean="0"/>
              <a:t>12/10/2026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14140EC-8E0A-FA7B-5555-4D0FD71D2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2145AC1-01EC-A490-7390-29CCF64E8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AAD21-DE7B-4231-81D9-0EE9F870B2C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098874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05E04C1-1EF8-69FC-C6FC-50D07897D1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1330DAD-2498-9D55-CCA6-624AE84D54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8BB0754-055E-FBAB-B05F-CD0A4D6DF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5B77-B6E7-40CB-8052-2A5E012BB6D4}" type="datetimeFigureOut">
              <a:rPr lang="es-MX" smtClean="0"/>
              <a:t>12/10/2026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747B60A-539A-2025-13C5-05B69902F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30BD4C-B775-C410-F1C2-0D898F63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AAD21-DE7B-4231-81D9-0EE9F870B2C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033274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826B1067-B3B7-708B-816A-90C69A3ECC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3AA4890-1928-8938-1A58-42ACEB4053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F72ED94-BDC7-FBAB-EF17-23DD510876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1E5B77-B6E7-40CB-8052-2A5E012BB6D4}" type="datetimeFigureOut">
              <a:rPr lang="es-MX" smtClean="0"/>
              <a:t>12/10/2026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84E5885-02C1-2A90-9EF6-EB8186345A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BFA7A2B-FCEF-E63F-6F3D-9B5C5F40AD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0AAD21-DE7B-4231-81D9-0EE9F870B2C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972416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3EA35F5-6248-9CFE-72D3-0EF203912E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662" y="596494"/>
            <a:ext cx="11495561" cy="5665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89139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360932EB-240C-9830-AF74-4C87EB55FE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753" y="545982"/>
            <a:ext cx="11770494" cy="5766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01432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CB0FDF0-B97C-19A7-1365-7CC3578180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342" y="393192"/>
            <a:ext cx="11557316" cy="5669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69741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F59EBA2A-514F-2923-DEBE-3AD132466A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6215"/>
            <a:ext cx="11387327" cy="5647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58634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D845886D-A440-8A21-7F08-7D2D06D803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117" y="566029"/>
            <a:ext cx="11525765" cy="5725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05354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C8611EA8-8292-268F-9EFA-9901E3B7FB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099" y="581025"/>
            <a:ext cx="11358794" cy="5597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60670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68DFBEE-BC3C-3494-A8C7-7D8683A341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805" y="634704"/>
            <a:ext cx="11328389" cy="5588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92338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31417A95-CC0B-6B7E-8082-B26B616F02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355" y="457200"/>
            <a:ext cx="11613289" cy="5794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67879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BE4643F-0F3C-8C65-E9CD-D69910D894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5" y="640483"/>
            <a:ext cx="11334750" cy="5577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44265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EDB1756-5A49-8522-8B9C-4694E99F0A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681" y="400049"/>
            <a:ext cx="11344894" cy="5599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51921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45A02884-DD52-1CA9-8700-CFAF86EFC1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284" y="515082"/>
            <a:ext cx="11605431" cy="5827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55969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AE5EC9F-25E7-AB7A-51CF-3A026C2FC0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648" y="504824"/>
            <a:ext cx="10876703" cy="5374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45190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CBCBFB0A-D018-9215-2B42-66EC0EDA59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822" y="557701"/>
            <a:ext cx="11634355" cy="5742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996981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CF7736B4D2CFC84388646401B7CAF894" ma:contentTypeVersion="13" ma:contentTypeDescription="新しいドキュメントを作成します。" ma:contentTypeScope="" ma:versionID="715c74ac133b19a62211dedc31d0c32f">
  <xsd:schema xmlns:xsd="http://www.w3.org/2001/XMLSchema" xmlns:xs="http://www.w3.org/2001/XMLSchema" xmlns:p="http://schemas.microsoft.com/office/2006/metadata/properties" xmlns:ns3="bbadb7a8-0f2a-45a7-99aa-6622e7113e54" xmlns:ns4="bb7eae2a-31a9-48a9-adc2-422bfa3d0a04" targetNamespace="http://schemas.microsoft.com/office/2006/metadata/properties" ma:root="true" ma:fieldsID="02a7f337a29be5578bf4a2b94c4fa67d" ns3:_="" ns4:_="">
    <xsd:import namespace="bbadb7a8-0f2a-45a7-99aa-6622e7113e54"/>
    <xsd:import namespace="bb7eae2a-31a9-48a9-adc2-422bfa3d0a04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DateTaken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badb7a8-0f2a-45a7-99aa-6622e7113e5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5" nillable="true" ma:displayName="_activity" ma:hidden="true" ma:internalName="_activity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b7eae2a-31a9-48a9-adc2-422bfa3d0a04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共有相手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共有相手の詳細情報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共有のヒントのハッシュ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badb7a8-0f2a-45a7-99aa-6622e7113e54" xsi:nil="true"/>
  </documentManagement>
</p:properties>
</file>

<file path=customXml/itemProps1.xml><?xml version="1.0" encoding="utf-8"?>
<ds:datastoreItem xmlns:ds="http://schemas.openxmlformats.org/officeDocument/2006/customXml" ds:itemID="{E2222DAA-09A0-44FB-BE05-A9D576520A7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badb7a8-0f2a-45a7-99aa-6622e7113e54"/>
    <ds:schemaRef ds:uri="bb7eae2a-31a9-48a9-adc2-422bfa3d0a0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83232B9-B4EB-4888-8D23-F7ED28E0497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F3F381F-3DE3-4BE7-887A-D298725E1D9E}">
  <ds:schemaRefs>
    <ds:schemaRef ds:uri="http://schemas.microsoft.com/office/2006/metadata/properties"/>
    <ds:schemaRef ds:uri="http://schemas.microsoft.com/office/infopath/2007/PartnerControls"/>
    <ds:schemaRef ds:uri="bbadb7a8-0f2a-45a7-99aa-6622e7113e54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0</Words>
  <Application>Microsoft Office PowerPoint</Application>
  <PresentationFormat>Panorámica</PresentationFormat>
  <Paragraphs>0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Almacen Camargo (CT)</dc:creator>
  <cp:lastModifiedBy>Almacen Camargo (CT)</cp:lastModifiedBy>
  <cp:revision>1</cp:revision>
  <dcterms:created xsi:type="dcterms:W3CDTF">2026-10-12T14:03:24Z</dcterms:created>
  <dcterms:modified xsi:type="dcterms:W3CDTF">2026-10-12T14:10:19Z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0x010100CF7736B4D2CFC84388646401B7CAF894</vt:lpwstr>
  </property>
</Properties>
</file>